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7246"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7607"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4951"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7486" TargetMode="External"/><Relationship Id="rId2" Type="http://schemas.openxmlformats.org/officeDocument/2006/relationships/hyperlink" Target="https://bofasecopsdev.service-now.com/cmdb_ci_outofband_de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64117"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595"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4013"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81469"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242" TargetMode="External"/><Relationship Id="rId2" Type="http://schemas.openxmlformats.org/officeDocument/2006/relationships/hyperlink" Target="https://bofasecopsdev.service-now.com/cmdb_ci_outofband_de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4266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1539"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274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131"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480"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28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0891" TargetMode="External"/><Relationship Id="rId2" Type="http://schemas.openxmlformats.org/officeDocument/2006/relationships/hyperlink" Target="https://bofasecopsdev.service-now.com/cmdb_ci_lb_bigip.do?sys_id="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3541"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2440"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5116"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822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4465"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0473"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74031" TargetMode="External"/><Relationship Id="rId2" Type="http://schemas.openxmlformats.org/officeDocument/2006/relationships/hyperlink" Target="https://bofasecopsdev.service-now.com/cmdb_ci_msd.do?sys_id="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545" TargetMode="External"/><Relationship Id="rId2" Type="http://schemas.openxmlformats.org/officeDocument/2006/relationships/hyperlink" Target="https://bofasecopsdev.service-now.com/cmdb_ci_lb.do?sys_id="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4882"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9659" TargetMode="External"/><Relationship Id="rId2" Type="http://schemas.openxmlformats.org/officeDocument/2006/relationships/hyperlink" Target="https://bofasecopsdev.service-now.com/cmdb_ci_scanner.do?sys_id=" TargetMode="External"/><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24718"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9706" TargetMode="External"/><Relationship Id="rId2" Type="http://schemas.openxmlformats.org/officeDocument/2006/relationships/hyperlink" Target="https://bofasecopsdev.service-now.com/cmdb_ci_scanner.do?sys_id="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125" TargetMode="External"/><Relationship Id="rId2" Type="http://schemas.openxmlformats.org/officeDocument/2006/relationships/hyperlink" Target="https://bofasecopsdev.service-now.com/cmdb_ci_msd.do?sys_id=" TargetMode="Externa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72511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0736" TargetMode="External"/><Relationship Id="rId2" Type="http://schemas.openxmlformats.org/officeDocument/2006/relationships/hyperlink" Target="https://bofasecopsdev.service-now.com/cmdb_ci_netgear.do?sys_id="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155"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292615"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311"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1100"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8949"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93787" TargetMode="External"/><Relationship Id="rId2" Type="http://schemas.openxmlformats.org/officeDocument/2006/relationships/hyperlink" Target="https://bofasecopsdev.service-now.com/cmdb_ci_ids_network.do?sys_id=" TargetMode="External"/><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47776"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23673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5311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5591"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967"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522"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450"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How every script runs</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THE CONTRACT AND THE SEARCH</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Contract.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Normalisation.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Ignored 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Exactly one.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 tie-break.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Loopback and link-local.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address and virtual server rules refuse 127. and 169.254. before reading anything else.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Retired records.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CLASS FROM THE SCANNED OS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classFor(OS).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rules.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Appliances.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Load balancer devices.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Host name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signs the scripts look for</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SERIALS, PHONES, CONTROLLERS</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Placeholder serials.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Cisco phones.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Other phones and scanners.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Management controllers.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Network interfaces.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VIRTUAL SERVERS, NAMES, ADDRESSES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Virtual server sign.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Twins.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Member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Service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Never reads the pool. Attaches the one live virtual server record; two live twins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Names.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Last resort.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plus sourcePayload.OS; the IP and DNS fields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only; the OS, IP and DNS fields of the payload are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plus sourcePayload.OS; the IP and DNS fields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none, it opens the chain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Serial Number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25,257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 It opens the chain because a unique serial inside the right class is the strongest evidence the feed offers.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inside the class.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sourcePayload.OS is empty or contains none of the classFor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text holds three or more '/'-separated guesses (split('/').length &gt;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that class (sub-classes included,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ah-1208237-001.sdi.corp.bankofamerica.com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SDI000002377246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ah-1208237-001.sdi.corp.bankofamerica.com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30.157.112.215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aa d7 9e 6a 54 b0-a9 39 25 29 a3 6c 82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04:59:50</a:t>
            </a:r>
            <a:endParaRPr lang="en-US" sz="1250" dirty="0"/>
          </a:p>
        </p:txBody>
      </p:sp>
      <p:sp>
        <p:nvSpPr>
          <p:cNvPr id="8" name="Text 6">
            <a:hlinkClick r:id="rId1" tooltip="https://bofasecopsdev.service-now.com/sn_sec_cmn_src_ci_list.do?sysparm_query=number=SDI00000237724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724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first rule of the chain: the serial is searched inside the OS class before any name or address is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"VMware-42 0c aa d7 9e 6a 54 b0-a9 39 25 29 a3 6c 82 9c"</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ah-1208237-001 [linux_server] ip 30.157.112.215 -&gt;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ah-1208237-001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ah-1208237-001.sdi.corp.bankofamerica.com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30.157.112.215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aa d7 9e 6a 54 b0-a9 39 25 29 a3 6c 82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wva45bhnicvo0av.corp.bankofamerica.com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SDI000002397607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30.207.107.120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10 / Windows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d0 17 8e 8d d7 41-05 c6 e9 43 38 74 4a 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04:55:31</a:t>
            </a:r>
            <a:endParaRPr lang="en-US" sz="1250" dirty="0"/>
          </a:p>
        </p:txBody>
      </p:sp>
      <p:sp>
        <p:nvSpPr>
          <p:cNvPr id="8" name="Text 6">
            <a:hlinkClick r:id="rId1" tooltip="https://bofasecopsdev.service-now.com/sn_sec_cmn_src_ci_list.do?sysparm_query=number=SDI00000239760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760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first rule of the chain: the serial is searched inside the OS class before any name or address is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"VMware-42 1f d0 17 8e 8d d7 41-05 c6 e9 43 38 74 4a 99"</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"Windows 10 / Windows 11" gives the class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wva45bhnicvo0av [win_server] ip 30.207.107.120 -&gt;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wva45bhnicvo0av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30.207.107.120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d0 17 8e 8d d7 41-05 c6 e9 43 38 74 4a 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md9-948-01-t01.bankofamerica.com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SDI000002324951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md9-948-01-t01.bankofamerica.com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10.120.31.137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MXBCTBJ09N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04:51:33</a:t>
            </a:r>
            <a:endParaRPr lang="en-US" sz="1250" dirty="0"/>
          </a:p>
        </p:txBody>
      </p:sp>
      <p:sp>
        <p:nvSpPr>
          <p:cNvPr id="8" name="Text 6">
            <a:hlinkClick r:id="rId1" tooltip="https://bofasecopsdev.service-now.com/sn_sec_cmn_src_ci_list.do?sysparm_query=number=SDI00000232495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495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first rule of the chain: the serial is searched inside the OS class before any name or address is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"MXBCTBJ09N"</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md9-931-01-t02 [printer] ip 10.120.31.137 -&gt;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md9-931-01-t02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10.120.31.137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MXBCTBJ09N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only; the OS, IP and DNS fields of the payload are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Cisco IP Phone MAC</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 It exists for hosts whose OS gives no usable class (unauthenticated scans listing several guesses) and for CIs that sit in a different class than the OS suggests; its only safety is that the serial must belong to exactly one CI in the whole tree.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wb9492p203.gwm.bankofamerica.com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SDI000002368092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wb9492p203.gwm.bankofamerica.com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02:19:45</a:t>
            </a:r>
            <a:endParaRPr lang="en-US" sz="1250" dirty="0"/>
          </a:p>
        </p:txBody>
      </p:sp>
      <p:sp>
        <p:nvSpPr>
          <p:cNvPr id="8" name="Text 6">
            <a:hlinkClick r:id="rId1" tooltip="https://bofasecopsdev.service-now.com/sn_sec_cmn_src_ci_list.do?sysparm_query=number=SDI0000023680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record does not carry the scanned serial "MXBCS730XY" · OS "Ubuntu/Linux" gives Linux Server; the record is a Printer,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"MXBCS730XY"</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npifdcd73 [printer] ip 30.218.145.248 -&gt;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npifdcd73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azgndgd01p02.bankofamerica.com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SDI000002326199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azgndgd01p02.bankofamerica.com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10.136.88.137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02:18:50</a:t>
            </a:r>
            <a:endParaRPr lang="en-US" sz="1250" dirty="0"/>
          </a:p>
        </p:txBody>
      </p:sp>
      <p:sp>
        <p:nvSpPr>
          <p:cNvPr id="8" name="Text 6">
            <a:hlinkClick r:id="rId1" tooltip="https://bofasecopsdev.service-now.com/sn_sec_cmn_src_ci_list.do?sysparm_query=number=SDI0000023261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record does not carry the scanned serial "VNCCSB20Y7" · OS "HP LaserJet Printer" gives Printer; the record is a Hardware,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"VNCCSB20Y7"</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VNCCSB20Y7 - LASERJET ENT M507DN [hardware]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hardware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VNCCSB20Y7 - LASERJET ENT M507DN</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Hardware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LASERJET ENT M507DN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hardwar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rvpqtfvlpn14.bankofamerica.com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SDI000002397486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rvpqtfvlpn14.bankofamerica.com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171.203.6.231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2M214505F1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01:54:30</a:t>
            </a:r>
            <a:endParaRPr lang="en-US" sz="1250" dirty="0"/>
          </a:p>
        </p:txBody>
      </p:sp>
      <p:sp>
        <p:nvSpPr>
          <p:cNvPr id="8" name="Text 6">
            <a:hlinkClick r:id="rId1" tooltip="https://bofasecopsdev.service-now.com/sn_sec_cmn_src_ci_list.do?sysparm_query=number=SDI0000023974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74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record does not carry the scanned serial "2M214505F1" · OS "Red Hat Enterprise Linux 9.6" gives Linux Server; the record is a Out-of-Band Device,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"2M214505F1"</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RVPQTFVLPN14 [outofband_device] ip 171.203.6.231 -&gt;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outofband_device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RVPQTFVLPN14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Out-of-Band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171.203.6.231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2M214505F1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ProLiant DL380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outofband_de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outofband_de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196,849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Cisco Unified CM device-name convention: the first DNS label is SEP followed by the phone's MAC address. It sits after the serial number rules (phones report no serial) and before the FQDN and hostname rules so a phone label is never tried as a server name; it searches only IP Phone CIs, so a MAC clash can never pull in a switch or a server.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Phone label test.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MAC rebuilt in four spellings.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adapter owned by an IP phone.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decision.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2: MAC on the phone record.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3: Unified CM device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IP Phone is found by adapter MAC, by the mac_address field or by the device 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name attempt finds two or more cmdb_ci_ip_phone records named with the device name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sep6c710d8adc3b.ipt.bofa.com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SDI000002627752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sep6c710d8adc3b.ipt.bofa.com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03:28:09</a:t>
            </a:r>
            <a:endParaRPr lang="en-US" sz="1250" dirty="0"/>
          </a:p>
        </p:txBody>
      </p:sp>
      <p:sp>
        <p:nvSpPr>
          <p:cNvPr id="8" name="Text 6">
            <a:hlinkClick r:id="rId1" tooltip="https://bofasecopsdev.service-now.com/sn_sec_cmn_src_ci_list.do?sysparm_query=number=SDI0000026277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"sep6c710d8adc3b"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6C:71:0D:8A:DC:3B, 6c:71:0d:8a:dc:3b, 6C710D8ADC3B, 6c710d8adc3b</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SEP6C710D8ADC3B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FCH2346EAUJ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6c:71:0d:8a:dc:3b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sep6026aa8f08cd.ipt.bofa.com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SDI000002617321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sep6026aa8f08cd.ipt.bofa.com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03:28:02</a:t>
            </a:r>
            <a:endParaRPr lang="en-US" sz="1250" dirty="0"/>
          </a:p>
        </p:txBody>
      </p:sp>
      <p:sp>
        <p:nvSpPr>
          <p:cNvPr id="8" name="Text 6">
            <a:hlinkClick r:id="rId1" tooltip="https://bofasecopsdev.service-now.com/sn_sec_cmn_src_ci_list.do?sysparm_query=number=SDI00000261732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"sep6026aa8f08cd"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60:26:AA:8F:08:CD, 60:26:aa:8f:08:cd, 6026AA8F08CD, 6026aa8f08cd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SEP6026AA8F08CD</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FCH26223JSR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60:26:aa:8f:08:cd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sep3c26e4a7cb09.ipt.bofa.com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SDI000002619434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sep3c26e4a7cb09.ipt.bofa.com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03:27:03</a:t>
            </a:r>
            <a:endParaRPr lang="en-US" sz="1250" dirty="0"/>
          </a:p>
        </p:txBody>
      </p:sp>
      <p:sp>
        <p:nvSpPr>
          <p:cNvPr id="8" name="Text 6">
            <a:hlinkClick r:id="rId1" tooltip="https://bofasecopsdev.service-now.com/sn_sec_cmn_src_ci_list.do?sysparm_query=number=SDI0000026194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"sep3c26e4a7cb09"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3C:26:E4:A7:CB:09, 3c:26:e4:a7:cb:09, 3C26E4A7CB09, 3c26e4a7cb09</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SEP3C26E4A7CB09</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FCH263122ZJ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3c:26:e4:a7:cb:09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Cisco IP Phone MAC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298,759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 It is the first name rule because an exact fqdn is the most precise name evidence available once the serial number and Cisco phone rules have declined.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OS class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classFor named is not a valid table (gr.isValid() is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outside the ignored classes carries the scanned name in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two or more of them have ip_address equal to the scanned IP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rukev4satalnc.corp.bankofamerica.com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SDI000002864117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30.196.32.73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8641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641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"rukev4satalnc.corp.bankofamerica.com";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rukev4satalnc [win_server] ip 30.196.32.73 -&gt;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rukev4satalnc</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30.196.32.73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02 ea f3 06 df 05 c3-72 93 f9 d5 43 bb 6d 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lvtifxluap109.sdi.corp.bankofamerica.com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SDI000002982595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lvtifxluap109.sdi.corp.bankofamerica.com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30.30.4.49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9825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5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"lvtifxluap109.sdi.corp.bankofamerica.com"; 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lvtifxluap109 [linux_server] ip 30.30.4.49 -&gt;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lvtifxluap109</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lvtifxluap109.sdi.corp.bankofamerica.com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30.30.4.49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8NMRYS3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ilchifr01p03.bankofamerica.com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SDI000002914013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ilchifr01p03.bankofamerica.com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10.110.104.10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05:00:06</a:t>
            </a:r>
            <a:endParaRPr lang="en-US" sz="1250" dirty="0"/>
          </a:p>
        </p:txBody>
      </p:sp>
      <p:sp>
        <p:nvSpPr>
          <p:cNvPr id="8" name="Text 6">
            <a:hlinkClick r:id="rId1" tooltip="https://bofasecopsdev.service-now.com/sn_sec_cmn_src_ci_list.do?sysparm_query=number=SDI00000291401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401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"ilchifr01p03.bankofamerica.com";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ILCHIFR01P03.BANKOFAMERICA.COM [printer] ip 10.110.104.10 -&gt;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ILCHIFR01P03.BANKOFAMERICA.COM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ilchifr01p03.bankofamerica.com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10.110.104.10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MXBCS350HY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HP E52645c MFP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82,224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 It follows USEM FQDN Class Match because the class-restricted search is the more precise of the two.</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GlideRecord('cmdb_ci_hardware').isValid() is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carries the scanned name in fqdn</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htuwdlmssql04.corp.bankofamerica.com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SDI000003381469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30.46.205.4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04:59:45</a:t>
            </a:r>
            <a:endParaRPr lang="en-US" sz="1250" dirty="0"/>
          </a:p>
        </p:txBody>
      </p:sp>
      <p:sp>
        <p:nvSpPr>
          <p:cNvPr id="8" name="Text 6">
            <a:hlinkClick r:id="rId1" tooltip="https://bofasecopsdev.service-now.com/sn_sec_cmn_src_ci_list.do?sysparm_query=number=SDI0000033814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81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OS "not reported"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"htuwdlmssql04.corp.bankofamerica.com";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htuwdlmssql04 [win_server] ip 30.46.205.4 -&gt;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htuwdlmssql04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30.46.205.4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4096-9979-4919-1937-7792-1621-67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vaehs06137.ussdnve.baml.com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SDI000002982242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vaehs06137.ussdnve.baml.com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30.141.98.222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Server 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04:59:12</a:t>
            </a:r>
            <a:endParaRPr lang="en-US" sz="1250" dirty="0"/>
          </a:p>
        </p:txBody>
      </p:sp>
      <p:sp>
        <p:nvSpPr>
          <p:cNvPr id="8" name="Text 6">
            <a:hlinkClick r:id="rId1" tooltip="https://bofasecopsdev.service-now.com/sn_sec_cmn_src_ci_list.do?sysparm_query=number=SDI00000298224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24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OS "Red Hat Enterprise Linux Server 7.9" gives Linux Server; the record is a Out-of-Band Device,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"vaehs06137.ussdnve.baml.com";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vaehs06137 [outofband_device] ip 30.151.193.170 -&gt;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outofband_device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vaehs06137</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Out-of-Band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vaehs06137.ussdnve.baml.com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30.151.193.170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2M271602RV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iLO 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outofband_de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outofband_de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ljp1anhmeapp.jp.apac.bankofamerica.com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SDI000003642669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ljp1anhmeapp.jp.apac.bankofamerica.com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171.157.242.133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04:58:29</a:t>
            </a:r>
            <a:endParaRPr lang="en-US" sz="1250" dirty="0"/>
          </a:p>
        </p:txBody>
      </p:sp>
      <p:sp>
        <p:nvSpPr>
          <p:cNvPr id="8" name="Text 6">
            <a:hlinkClick r:id="rId1" tooltip="https://bofasecopsdev.service-now.com/sn_sec_cmn_src_ci_list.do?sysparm_query=number=SDI0000036426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426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OS "EulerOS / Ubuntu / Fedora / Tiny Core Linux / Linux 3.x / IBM / FortiSOAR / F5 Networks Big-IP / Paloalto networks Global Protect PAN-OS"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"ljp1anhmeapp.jp.apac.bankofamerica.com";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ljp1anhmeapp [linux_server] ip 171.157.242.133 -&gt;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ljp1anhmeapp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ljp1anhmeapp.jp.apac.bankofamerica.com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171.157.242.133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34 42 6a 8e 51 1c d8-ef e4 fd 3f 9d 30 12 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VMware20,1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133,544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 It sits right after the exact-fqdn rules because it is the strictest name-based search that still tolerates a CI that never had the fqdn copied into its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class table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the OS-implied class table is not valid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usohmohmt01p04.bankofamerica.com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SDI000002911539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usohmohmt01p04.bankofamerica.com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10.107.59.12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91153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153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"usohmohmt01p04", domain "bankofamerica.com";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usohmohmt01p04 [printer] ip 10.107.59.12 domain "bankofamerica.com"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usohmohmt01p04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10.107.59.12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JPCCS6W1RJ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ah-1261717-001.sdi.corp.bankofamerica.com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SDI000002952749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ah-1261717-001.sdi.corp.bankofamerica.com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30.93.232.220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04:59:29</a:t>
            </a:r>
            <a:endParaRPr lang="en-US" sz="1250" dirty="0"/>
          </a:p>
        </p:txBody>
      </p:sp>
      <p:sp>
        <p:nvSpPr>
          <p:cNvPr id="8" name="Text 6">
            <a:hlinkClick r:id="rId1" tooltip="https://bofasecopsdev.service-now.com/sn_sec_cmn_src_ci_list.do?sysparm_query=number=SDI0000029527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27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"ah-1261717-001", domain "sdi.corp.bankofamerica.com"; 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AH-1261717-001 [linux_server] ip 30.93.232.220 domain "SDI.CORP.BANKOFAMERICA.COM"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AH-1261717-001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30.93.232.220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F8 9E F2 BF 14 A6-25 32 4E DB 86 B9 0B 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wrdna250xcrs1.ssc.ext.bankofamerica.com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SDI000002982131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wrdna250xcrs1.ssc.ext.bankofamerica.com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171.145.185.62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WRDNA250XCRS1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04:59:01</a:t>
            </a:r>
            <a:endParaRPr lang="en-US" sz="1250" dirty="0"/>
          </a:p>
        </p:txBody>
      </p:sp>
      <p:sp>
        <p:nvSpPr>
          <p:cNvPr id="8" name="Text 6">
            <a:hlinkClick r:id="rId1" tooltip="https://bofasecopsdev.service-now.com/sn_sec_cmn_src_ci_list.do?sysparm_query=number=SDI00000298213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13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"wrdna250xcrs1", domain "ssc.ext.bankofamerica.com"; OS "Windows Server 2022 Standard 64 bit Edition Version 21H2"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WRDNA250XCRS1 [win_server] ip 171.145.185.62 domain "SSC.EXT.BANKOFAMERICA.COM"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WRDNA250XCRS1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171.145.185.62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18 09 8C 55 AC 5F B2-AE E7 B4 A7 C0 3A 2E 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Layered DNS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97,157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same short-hostname-plus-domain evidence, but across all of cmdb_ci_hardware, for CIs classed generically (Server, Computer) or differently from what the scanned OS implies. It follows the class-scoped variant so a class-consistent hit always wins first, and precedes the layered DNS and plain hostname rules, which need less evidence.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cmdb_ci_hardware is not valid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vaetfxlwsq23.sdi.ssc3.ext3.bankofamerica3.com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SDI000002982480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vaetfxlwsq23.sdi.ssc3.ext3.bankofamerica3.com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04:59:38</a:t>
            </a:r>
            <a:endParaRPr lang="en-US" sz="1250" dirty="0"/>
          </a:p>
        </p:txBody>
      </p:sp>
      <p:sp>
        <p:nvSpPr>
          <p:cNvPr id="8" name="Text 6">
            <a:hlinkClick r:id="rId1" tooltip="https://bofasecopsdev.service-now.com/sn_sec_cmn_src_ci_list.do?sysparm_query=number=SDI0000029824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4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OS "Red Hat Enterprise Linux 9.8" gives Linux Server; the record is a Server,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"vaetfxlwsq23", domain "sdi.ssc3.ext3.bankofamerica3.com";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vaetfxlwsq23 [server] ip 171.184.196.24 domain "sdi.ssc3.ext3.bankofamerica3.com"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vaetfxlwsq23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VMware-42274bac-812c-9756-f5d6-453fa50e537a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lva61pezudws04v.sdi.ssc3.ext3.bankofamerica3.com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SDI000002982283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lva61pezudws04v.sdi.ssc3.ext3.bankofamerica3.com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04:59:17</a:t>
            </a:r>
            <a:endParaRPr lang="en-US" sz="1250" dirty="0"/>
          </a:p>
        </p:txBody>
      </p:sp>
      <p:sp>
        <p:nvSpPr>
          <p:cNvPr id="8" name="Text 6">
            <a:hlinkClick r:id="rId1" tooltip="https://bofasecopsdev.service-now.com/sn_sec_cmn_src_ci_list.do?sysparm_query=number=SDI0000029822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OS "Red Hat Enterprise Linux 9.8" gives Linux Server; the record is a Server, outside that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"lva61pezudws04v", domain "sdi.ssc3.ext3.bankofamerica3.com";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lva61pezudws04v [server, retired] ip 30.122.1.6 domain "sdi.ssc3.ext3.bankofamerica3.com" agrees ; lva61pezudws04v [server] ip 171.184.196.14 domain "sdi.ssc3.ext3.bankofamerica3.com" agrees -&gt; 2 agree on the domain, 1 on the scanned address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tie by address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lva61pezudws04v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VMware-422717de-8f23-d0b1-a097-8c797bed73ca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rveqbt1utilb01b.bankofamerica.com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SDI000002970891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rveqbt1utilb01b.bankofamerica.com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171.205.31.6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BIG-IP 17.5.1.8 Build 0.27.19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04:54:54</a:t>
            </a:r>
            <a:endParaRPr lang="en-US" sz="1250" dirty="0"/>
          </a:p>
        </p:txBody>
      </p:sp>
      <p:sp>
        <p:nvSpPr>
          <p:cNvPr id="8" name="Text 6">
            <a:hlinkClick r:id="rId1" tooltip="https://bofasecopsdev.service-now.com/sn_sec_cmn_src_ci_list.do?sysparm_query=number=SDI0000029708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08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OS "BIG-IP 17.5.1.8 Build 0.27.19"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"rveqbt1utilb01b", domain "bankofamerica.com";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 RVEQBT1UTILB01B [lb] ip 171.205.31.6 domain "-" differs ; RVEQBT1UTILB01B [lb] ip 171.205.31.6 domain "-" differs ; rveqbt1utilb01b [lb_bigip] ip 171.205.31.6 domain "bankofamerica.com"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lb / domain separates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rveqbt1utilb01b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F5 BIG-IP</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171.205.31.6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f5-hggt-knwu</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 vCMP Guest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b_bigip.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bigip.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114,574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 It sits between the rules that read fqdn / hostname-plus-domain on the CI record itself and the plain hostname rules; the scanned OS is only a preference applied to the CI at the end of the chain, never a query filter.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Normalise the DNS value and guard bare labels.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the 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preferred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DNS Name to IP Address link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count distinct agreeing CIs.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One CI: return it unless it is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Several CIs: the scanned IP breaks the tie.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CI: decline.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lower-cased value holds no '.' (a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cmdb_ip_address_dns_name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cmdb_ip_address_dns_name row has dns_name.name equal to the value with a CI at ip_address.nic.cmdb_ci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exactly one CI is reached but its sys_id exists on cmdb_ci_lb (load balancer device)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two or more of them are reached through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single one reached through the scanned IP exists on cmdb_ci_lb</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txhoulp01p02.bankofamerica.com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SDI000002933541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txhoulp01p02.bankofamerica.com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10.130.61.9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293354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35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"npi535536", not "txhoulp01p02":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"txhoulp01p02.bankofamerica.com"; OS "HP JetDirect" gives the class printer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10.130.61.9 -&gt; adapter HP ETHERNET MULTI-ENVIRONMENT,ROM none,JETDIRECT,JD153,EEPROM JSI25080326 -&gt; npi535536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npi535536</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10.130.61.9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MXBCQDD1CN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ups01mo32130101.bankofamerica.com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SDI000002912440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ups01mo32130101.bankofamerica.com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10.107.26.21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05:00:12</a:t>
            </a:r>
            <a:endParaRPr lang="en-US" sz="1250" dirty="0"/>
          </a:p>
        </p:txBody>
      </p:sp>
      <p:sp>
        <p:nvSpPr>
          <p:cNvPr id="8" name="Text 6">
            <a:hlinkClick r:id="rId1" tooltip="https://bofasecopsdev.service-now.com/sn_sec_cmn_src_ci_list.do?sysparm_query=number=SDI00000291244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244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"ups01mo32130101" but no dns_domain: host name with domain rules could not confirm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"ups01mo32130101.bankofamerica.com"; OS "not reported" gives no class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10.107.26.21 -&gt; adapter vmac0 -&gt; ups01mo32130101 [ups]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ups01mo32130101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10.107.26.21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N12439320561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APC Smart-UPS 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ups01nv11270101.bankofamerica.com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SDI000002915116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ups01nv11270101.bankofamerica.com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10.175.33.21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05:00:12</a:t>
            </a:r>
            <a:endParaRPr lang="en-US" sz="1250" dirty="0"/>
          </a:p>
        </p:txBody>
      </p:sp>
      <p:sp>
        <p:nvSpPr>
          <p:cNvPr id="8" name="Text 6">
            <a:hlinkClick r:id="rId1" tooltip="https://bofasecopsdev.service-now.com/sn_sec_cmn_src_ci_list.do?sysparm_query=number=SDI00000291511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511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"ups01nv11270101" but no dns_domain: host name with domain rules could not confirm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"ups01nv11270101.bankofamerica.com"; OS "not reported" gives no class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10.175.33.21 -&gt; adapter vmac0 -&gt; ups01nv11270101 [ups]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ups01nv11270101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10.175.33.21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N12521120051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APC Smart-UPS 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Layered DNS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144,019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evidence the CI lacks. It sits right after the domain-evidence rules because it is the first rule that accepts a CI carrying only a short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Filter by name and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(empty OS, no keyword hit, or an OS text split by '/' into three or more segments)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ignored classes, is named with the short host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name (gr.hasNext() true)</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wrchb013sqsesr</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SDI000002978226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30.52.36.137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05:00:17</a:t>
            </a:r>
            <a:endParaRPr lang="en-US" sz="1250" dirty="0"/>
          </a:p>
        </p:txBody>
      </p:sp>
      <p:sp>
        <p:nvSpPr>
          <p:cNvPr id="8" name="Text 6">
            <a:hlinkClick r:id="rId1" tooltip="https://bofasecopsdev.service-now.com/sn_sec_cmn_src_ci_list.do?sysparm_query=number=SDI00000297822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822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"wrchb013sqsesr.corp.bankofamerica.com" differs from the scanned name: FQDN rules could not find it · named "wrchb013sqsesr" but dns_domain "SDI.CORP.BANKOFAMERICA.COM": host name with domain rules could not confirm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"wrchb013sqsesr";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wrchb013sqsesr [win_server] ip 30.52.36.137 -&gt;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wrchb013sqsesr</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30.52.36.137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29 d6 39 ad 46 d2 d8-40 0c 3e 07 9c 50 ea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ckd0ad0856d1cf.il.bankofamerica.com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SDI000002984465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ckd0ad0856d1cf.il.bankofamerica.com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10.239.133.166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11 Enterprise 64 bit Edition Version 23H2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CKD0AD0856D1CF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05:00:14</a:t>
            </a:r>
            <a:endParaRPr lang="en-US" sz="1250" dirty="0"/>
          </a:p>
        </p:txBody>
      </p:sp>
      <p:sp>
        <p:nvSpPr>
          <p:cNvPr id="8" name="Text 6">
            <a:hlinkClick r:id="rId1" tooltip="https://bofasecopsdev.service-now.com/sn_sec_cmn_src_ci_list.do?sysparm_query=number=SDI00000298446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446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"ckd0ad0856d1cf" but dns_domain "corp.bankofamerica.com": host name with domain rules could not confirm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"ckd0ad0856d1cf"; OS "Windows 11 Enterprise 64 bit Edition Version 23H2" gives the class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ckd0ad0856d1cf [computer] ip 10.239.133.166 -&gt;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ckd0ad0856d1cf</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10.239.133.166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MXL4072CY7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PRODESK 600 G9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ah-1201846-001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SDI000002950473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30.157.81.15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05:00:17</a:t>
            </a:r>
            <a:endParaRPr lang="en-US" sz="1250" dirty="0"/>
          </a:p>
        </p:txBody>
      </p:sp>
      <p:sp>
        <p:nvSpPr>
          <p:cNvPr id="8" name="Text 6">
            <a:hlinkClick r:id="rId1" tooltip="https://bofasecopsdev.service-now.com/sn_sec_cmn_src_ci_list.do?sysparm_query=number=SDI00000295047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04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"ah-1201846-001.corp.bankofamerica.com" differs from the scanned name: FQDN rules could not find it · named "ah-1201846-001" but dns_domain "SDI.CORP.BANKOFAMERICA.COM": host name with domain rules could not confirm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"ah-1201846-001";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ah-1201846-001 [win_server] ip 30.157.81.15 -&gt;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ah-1201846-001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30.157.81.15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ae 4b dc fc 38 c8-0b 5a d2 0e b0 14 2f fb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Device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106,576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 It follows USEM Hostname Class Match to reach CIs kept in a parent class (Server, Computer, Hardware) or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OS class as a preference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Check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cmdb_ci_hardware or beneath it, outside the ignored classes, is named with the short host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CI carries the same name (gr.hasNext() true), whatever its class or retired state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hcpinp55760-102.hcpinp55760-d.bankofamerica.com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SDI000002474031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hcpinp55760-102.hcpinp55760-d.bankofamerica.com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165.46.139.142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247403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7403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"HCPINP55760-102" but no dns_domain: host name with domain rules could not confirm it · OS "EulerOS / Ubuntu / Fedora / Tiny Core Linux / Linux 3.x / IBM / FortiSOAR / F5 Networks Big-IP / Paloalto networks Global Protect PAN-OS"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"hcpinp55760-102";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HCPINP55760-102 [msd] ip 165.46.140.72 -&gt; exactly one, accepted; class msd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msd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HCPINP55760-102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Mass Storage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QTFCR2308000C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HDS HDS HCP G11 CAS ARRAY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msd.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msd.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usvasdntbqbz1ccvlb01b.bankofamerica.com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SDI000002982545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usvasdntbqbz1ccvlb01b.bankofamerica.com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171.175.193.217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BIG-IP 17.5.1.8 Build 0.27.19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04:59:59</a:t>
            </a:r>
            <a:endParaRPr lang="en-US" sz="1250" dirty="0"/>
          </a:p>
        </p:txBody>
      </p:sp>
      <p:sp>
        <p:nvSpPr>
          <p:cNvPr id="8" name="Text 6">
            <a:hlinkClick r:id="rId1" tooltip="https://bofasecopsdev.service-now.com/sn_sec_cmn_src_ci_list.do?sysparm_query=number=SDI00000298254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54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"USVASDNTBQBZ1CCVLB01B" but no dns_domain: host name with domain rules could not confirm it · OS "BIG-IP 17.5.1.8 Build 0.27.19"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"usvasdntbqbz1ccvlb01b";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USVASDNTBQBZ1CCVLB01B [lb] ip 171.175.193.217 -&gt; exactly one, accepted; class lb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lb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USVASDNTBQBZ1CCVLB01B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171.175.193.217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F5-FNLS-THMD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INC BIG-IP Tenant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dc93960fbaf9mac</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SDI000002984882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30.86.100.93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macOS 26.6.1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04:59:59</a:t>
            </a:r>
            <a:endParaRPr lang="en-US" sz="1250" dirty="0"/>
          </a:p>
        </p:txBody>
      </p:sp>
      <p:sp>
        <p:nvSpPr>
          <p:cNvPr id="8" name="Text 6">
            <a:hlinkClick r:id="rId1" tooltip="https://bofasecopsdev.service-now.com/sn_sec_cmn_src_ci_list.do?sysparm_query=number=SDI00000298488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48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"dc93960fbaf9mac" but dns_domain "corp.bankofamerica.com": host name with domain rules could not confirm it · OS "macOS 26.6.1"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"dc93960fbaf9mac";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dc93960fbaf9mac [computer] ip 30.178.65.64 -&gt; exactly one, accepted; class computer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dc93960fbaf9mac</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30.178.65.64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D299GXHFH2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Apple MacBook Air 13" (M4) MW133LL/A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Management Interface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25,717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 It sits right after USEM Hostname Hardware Match so ordinary hosts are already resolved and only OS-less devices such as Avaya stations (avx plus the tail of the MAC) and scanners reach it.</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and host label.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Scanned address.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OS guard through classFor.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What the OS guard rules out.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two classes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Decision and address tie-break.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 or its first label before the dot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two or more of them have ip_address equal to the scanned IP.</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scr03ga85150101.scanners.bankofamerica.com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SDI000002909659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scr03ga85150101.scanners.bankofamerica.com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04:53:53</a:t>
            </a:r>
            <a:endParaRPr lang="en-US" sz="1250" dirty="0"/>
          </a:p>
        </p:txBody>
      </p:sp>
      <p:sp>
        <p:nvSpPr>
          <p:cNvPr id="8" name="Text 6">
            <a:hlinkClick r:id="rId1" tooltip="https://bofasecopsdev.service-now.com/sn_sec_cmn_src_ci_list.do?sysparm_query=number=SDI00000290965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Scanner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"Linux 2.6" gives the class linux_server: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0 records | cmdb_ci_imaging_hardware: 1 record: SCR03GA85150101 [scanner] ip 10.79.86.15</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device,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scanner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SCR03GA85150101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Scanner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532075630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Panini EVERNEXT WIRELESS SCANNER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scann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cann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sepcc79d79ffb43.ipt.bofa.com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SDI000002524718</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sepcc79d79ffb43.ipt.bofa.com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10.24.75.151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17:03:14</a:t>
            </a:r>
            <a:endParaRPr lang="en-US" sz="1250" dirty="0"/>
          </a:p>
        </p:txBody>
      </p:sp>
      <p:sp>
        <p:nvSpPr>
          <p:cNvPr id="8" name="Text 6">
            <a:hlinkClick r:id="rId1" tooltip="https://bofasecopsdev.service-now.com/sn_sec_cmn_src_ci_list.do?sysparm_query=number=SDI000002524718"/>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247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IP Phone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"Cisco IP Phone CP-8861" gives the class netgear: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2 records: SEPCC79D79FFB43 [ip_phone] ip 10.24.75.151 ; sepcc79d79ffb43 [ip_phone] | cmdb_ci_imaging_hardware: 0 records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devices, 1 on the scanned address 10.24.75.151: that one is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tie by address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SEPCC79D79FFB43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10.24.75.151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FVH26430ZJP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scr01ga85150101.scanners.bankofamerica.com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SDI000002909706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scr01ga85150101.scanners.bankofamerica.com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04:51:23</a:t>
            </a:r>
            <a:endParaRPr lang="en-US" sz="1250" dirty="0"/>
          </a:p>
        </p:txBody>
      </p:sp>
      <p:sp>
        <p:nvSpPr>
          <p:cNvPr id="8" name="Text 6">
            <a:hlinkClick r:id="rId1" tooltip="https://bofasecopsdev.service-now.com/sn_sec_cmn_src_ci_list.do?sysparm_query=number=SDI0000029097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97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Scanner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"Linux 2.6" gives the class linux_server: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0 records | cmdb_ci_imaging_hardware: 1 record: SCR01GA85150101 [scanner] ip 10.79.86.16</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device,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scanner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SCR01GA85150101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Scanner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532074961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Panini EVERNEXT WIRELESS SCANNER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scann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cann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Device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Network Interface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9,556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 It sits after the hostname rules because they have already shown that no CI carries the full controller label, and before the interface-name rule so that a '-mgmt' controller resolves to its server before any prefix walk on network devices.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the input.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Locate the last hyphen.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OS text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Controller evidence and the server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Refuse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or its only hyphen is in first position (lastIndexOf('-') &lt; 1)</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last segment is not in suffixes and no markers word appears as a substring of the OS text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classes is named like the stripped label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cmdb_ci_hardware rows carry the stripped name (hasNext() true after the first)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row found is a record of cmdb_ci_lb or a class beneath it (load balancer device)</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hcpinp55760-102-b.asia.bankofamerica.com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SDI000003659125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hcpinp55760-102-b.asia.bankofamerica.com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2.4-2.6 / Embedded Device / F5 Networks Big-IP / Integrated Dell Remote Access Controller / Linux 2.4-2.6 / Embedded Device / F5 Networks Big-IP / NetBotz Appliance / Fabric 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365912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12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"HCPINP55760-102", not "hcpinp55760-102-b":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word "remote access controller" on "hcpinp55760-102-b"; server name "hcpinp55760-102"</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HCPINP55760-102 [msd] ip 165.46.140.72 -&gt;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msd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HCPINP55760-102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Mass Storage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QTFCR2308000C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HDS HDS HCP G11 CAS ARRAY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msd.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msd.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ltx10megbxpr10-r.bankofamerica.com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SDI000002725119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ltx10megbxpr10-r.bankofamerica.com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10.41.168.89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iLO</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04:59:24</a:t>
            </a:r>
            <a:endParaRPr lang="en-US" sz="1250" dirty="0"/>
          </a:p>
        </p:txBody>
      </p:sp>
      <p:sp>
        <p:nvSpPr>
          <p:cNvPr id="8" name="Text 6">
            <a:hlinkClick r:id="rId1" tooltip="https://bofasecopsdev.service-now.com/sn_sec_cmn_src_ci_list.do?sysparm_query=number=SDI00000272511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7251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"ltx10megbxpr10.ecomm.device.rpg" differs from the scanned name: FQDN rules could not find it · named "ltx10megbxpr10", not "ltx10megbxpr10-r":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word "ilo" on "ltx10megbxpr10-r"; server name "ltx10megbxpr10"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ltx10megbxpr10 [linux_server] ip 171.155.76.17 -&gt;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linux_server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ltx10megbxpr10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ltx10megbxpr10.ecomm.device.rpg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171.155.76.17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MXQ73402KV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ProLiant DL380 Gen9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usnccltij020is04-rmm.bankofamerica.com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SDI000002970736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usnccltij020is04-rmm.bankofamerica.com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172.24.46.57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3.x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04:54:58</a:t>
            </a:r>
            <a:endParaRPr lang="en-US" sz="1250" dirty="0"/>
          </a:p>
        </p:txBody>
      </p:sp>
      <p:sp>
        <p:nvSpPr>
          <p:cNvPr id="8" name="Text 6">
            <a:hlinkClick r:id="rId1" tooltip="https://bofasecopsdev.service-now.com/sn_sec_cmn_src_ci_list.do?sysparm_query=number=SDI00000297073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073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"USNCCLTIJ020IS04", not "usnccltij020is04-rmm":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suffix "-rmm" on "usnccltij020is04-rmm"; server name "usnccltij020is04"</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USNCCLTIJ020IS04 [netgear] ip 172.24.46.57 -&gt;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rmm / netgear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USNCCLTIJ020IS04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Network Gear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172.24.46.57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NS8200196076A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NetScout InfiniStreamNG 9800 Appliances 9895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netgea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netgea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Management Interface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8,782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 It sits after USEM Management Interface Match so controller labels resolve to servers first, and before the FQDN name and load balancer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isMarker: recognise an interface segment.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interface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evidence is true when the full DNS string contains a domains entry ('.network.') or any segment after the first is a marker; the first segment is never tested. Without it the rule returns null, so hyphenated hostnames like ah-1047132-001 are never cut.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the prefixes, longest first.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Network Gear and Load Balancer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the first prefix that finds anything.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Exhausted walk.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(segments.length &lt;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evidence: the DNS contains no '.network.' and no segment after the first is a listed marker</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uswavanoh01fin0001-dhcpra-vlan120.network.bankofamerica.com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SDI000003659155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uswavanoh01fin0001-dhcpra-vlan120.network.bankofamerica.com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10.179.93.62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04:40:57</a:t>
            </a:r>
            <a:endParaRPr lang="en-US" sz="1250" dirty="0"/>
          </a:p>
        </p:txBody>
      </p:sp>
      <p:sp>
        <p:nvSpPr>
          <p:cNvPr id="8" name="Text 6">
            <a:hlinkClick r:id="rId1" tooltip="https://bofasecopsdev.service-now.com/sn_sec_cmn_src_ci_list.do?sysparm_query=number=SDI00000365915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1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"USWAVANOH01FIN0001", not "uswavanoh01fin0001-dhcpra-vlan120":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domain ".network.", segment "vlan120"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"uswavanoh01fin0001-dhcpra": nothing | "uswavanoh01fin0001": USWAVANOH01FIN0001 [ip_router] ip 10.179.93.122 -&gt; one device at prefix "uswavanoh01fin0001",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ip_router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USWAVANOH01FIN0001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10.179.93.122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30-006637-9305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ldgaatlso04bdm02-vlan618.bankofamerica.com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SDI000003292615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ldgaatlso04bdm02-vlan618.bankofamerica.com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10.80.69.3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IOS 12.1 / Cisco IOS 12.2 / Cisco IOS 12.3 / Cisco IOS 12.4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04:38:52</a:t>
            </a:r>
            <a:endParaRPr lang="en-US" sz="1250" dirty="0"/>
          </a:p>
        </p:txBody>
      </p:sp>
      <p:sp>
        <p:nvSpPr>
          <p:cNvPr id="8" name="Text 6">
            <a:hlinkClick r:id="rId1" tooltip="https://bofasecopsdev.service-now.com/sn_sec_cmn_src_ci_list.do?sysparm_query=number=SDI0000032926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2926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"LDGAATLSO04BDM02", not "ldgaatlso04bdm02-vlan618":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segment "vlan618"</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"ldgaatlso04bdm02": LDGAATLSO04BDM02 [ip_switch] ip 10.80.254.69 -&gt; one device at prefix "ldgaatlso04bdm02",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ip_switch</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LDGAATLSO04BDM02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10.80.254.69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SMG1028NR1D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Catalyst 6500 Series Switches 6509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ustxsanrp01fin0001-dhcpra-vlan120.network.bankofamerica.com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SDI000003659311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ustxsanrp01fin0001-dhcpra-vlan120.network.bankofamerica.com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10.131.70.62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04:40:14</a:t>
            </a:r>
            <a:endParaRPr lang="en-US" sz="1250" dirty="0"/>
          </a:p>
        </p:txBody>
      </p:sp>
      <p:sp>
        <p:nvSpPr>
          <p:cNvPr id="8" name="Text 6">
            <a:hlinkClick r:id="rId1" tooltip="https://bofasecopsdev.service-now.com/sn_sec_cmn_src_ci_list.do?sysparm_query=number=SDI0000036593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3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no fqdn on the record: FQDN rules could not find it · named "USTXSANRP01FIN0001", not "ustxsanrp01fin0001-dhcpra-vlan120": host name rules could not find it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domain ".network.", segment "vlan120"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"ustxsanrp01fin0001-dhcpra": nothing | "ustxsanrp01fin0001": USTXSANRP01FIN0001 [ip_router] ip 10.131.70.122 -&gt; one device at prefix "ustxsanrp01fin0001",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ip_router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USTXSANRP01FIN0001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10.131.70.122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30-007737-4947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Network Interface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Member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29,770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 It sits after the fqdn-field and short-hostname rules because those cover normal naming; this one only rescues CIs that none of them can see.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on the name field.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such CIs share that name (gr.hasNext() true), whatever their IP, class or status</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Service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 It sits after the hardware rules, which find no server for a VIP, and before USEM Load Balancer Service Match so that a real server is preferred to the VIP record.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The virtual server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Twins of one virtual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Pools behind every twin.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Members and their addresses.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Placing each member on a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Deciding the one machine.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Any member leads to no real server (unresolved count above zero), leaving the pool partly unknown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servers found carry zero, or two or more, distinct name labels (no server, or two different machines)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boluiv4-dev2-benefits-l7-vip1.dev.gwimnp.rpg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SDI000002993687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boluiv4-dev2-benefits-l7-vip1.dev.gwimnp.rpg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10.143.53.96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10:40:47</a:t>
            </a:r>
            <a:endParaRPr lang="en-US" sz="1250" dirty="0"/>
          </a:p>
        </p:txBody>
      </p:sp>
      <p:sp>
        <p:nvSpPr>
          <p:cNvPr id="8" name="Text 6">
            <a:hlinkClick r:id="rId1" tooltip="https://bofasecopsdev.service-now.com/sn_sec_cmn_src_ci_list.do?sysparm_query=number=SDI0000029936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"lva62pwbolws51v.sdi.ssc3.ext3.bankofamerica3.com" differs from the scanned name: FQDN rules could not find it · named "lva62pwbolws51v", not "boluiv4-dev2-benefits-l7-vip1": host name rules could not find it · the OS or the name marks a virtual server: the hardware rules hand it to the load balancer rules</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OS has "f5", OS has "big-ip", label segment "vip1"</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service record; next clue</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 4: ip_address = "10.143.53.96"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service record: /Common/ihscore-dev2-boluiv4_benefits-6011-vip on 10.143.53.96 (svedpz1rp1lb12)</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/Common/ihscore-dev2-boluiv4_benefits-6011-pool (pool field)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10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lva62pwbolws51v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lva62pwbolws51v.sdi.ssc3.ext3.bankofamerica3.com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171.184.193.14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25 b9 6c 36 c0 37-53 0a ac 92 8d 40 9f 3c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aim-xfer-dev-ltwbt1-vip.bankofamerica.com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SDI000003786277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aim-xfer-dev-ltwbt1-vip.bankofamerica.com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171.206.7.25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2026-09-19 23:40:12</a:t>
            </a:r>
            <a:endParaRPr lang="en-US" sz="1250" dirty="0"/>
          </a:p>
        </p:txBody>
      </p:sp>
      <p:sp>
        <p:nvSpPr>
          <p:cNvPr id="8" name="Text 6">
            <a:hlinkClick r:id="rId1" tooltip="https://bofasecopsdev.service-now.com/sn_sec_cmn_src_ci_list.do?sysparm_query=number=SDI0000037862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"ah-1062287-001.sdi.corp.bankofamerica.com" differs from the scanned name: FQDN rules could not find it · named "ah-1062287-001", not "aim-xfer-dev-ltwbt1-vip": host name rules could not find it · the OS or the name marks a virtual server: the hardware rules hand it to the load balancer rules</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label segment "vip"</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service record; next clue</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 4: ip_address = "171.206.7.25"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Twins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/Common/aim-xfer-dev_t_22 (pool field) ; /Common/aim-xfer-dev_t_22 (pool field) ; /Common/aim-xfer-dev_t_22 (pool field) ; ...</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/Common/30.123.135.170 30.123.135.170 -&gt; ah-1062287-001 (device record, adapter, IP Address record) ; /Common/30.123.135.170 30.123.135.170 -&gt; ah-1062287-001 (device record, adapter, IP Address record) ; /Common/30.123.135.170 30.123.135.170 -&gt; ah-1062287-001 (device record, adapter, IP Address record) ; /Common/30.123.135.170 30.123.135.170 -&gt; ah-1062287-001 (device record, adapter, IP Address record)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member(s), 1 server record(s), 1 machine(s) by name; one machine, one record: the member rule returns it</a:t>
            </a:r>
            <a:endParaRPr lang="en-US" sz="10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twins / 4 members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ah-1062287-001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ah-1062287-001.sdi.corp.bankofamerica.com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30.123.135.170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13 33 b1 97 f0 9e 97-b1 a0 ca 1b 8a 2c fc 7b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03:12:39</a:t>
            </a:r>
            <a:endParaRPr lang="en-US" sz="1250" dirty="0"/>
          </a:p>
        </p:txBody>
      </p:sp>
      <p:sp>
        <p:nvSpPr>
          <p:cNvPr id="8" name="Text 6">
            <a:hlinkClick r:id="rId1" tooltip="https://bofasecopsdev.service-now.com/sn_sec_cmn_src_ci_list.do?sysparm_query=number=SDI00000241862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"lva71pwbolcc01v.sdi.ssc3.ext3.bankofamerica3.com" differs from the scanned name: FQDN rules could not find it · named "lva71pwbolcc01v", not "ccgw-l7-vip2": host name rules could not find it · the OS or the name marks a virtual server: the hardware rules hand it to the load balancer rules</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OS has "f5", OS has "big-ip", label segment "vip2"</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service record; next clue</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 4: ip_address = "10.143.52.217"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service record: /Common/ihscore-sit1-ccgw-6011-vip on 10.143.52.217 (svedpz1rp4lb10)</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/Common/ihscore-sit1-ccgw-443-pool (pool field)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10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lva71pwbolcc01v.sdi.ssc3.ext3.bankofamerica3.com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10.143.72.200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ff a8 e9 3d 0e ce-24 f6 1e f2 a0 ea 46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Member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634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 It runs on the IP field so VIPs without a DNS name are covered, after USEM Load Balancer Member Match so a real server is preferred, and before the IP address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Four search steps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Narrowing the rows of a step.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Result.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evidence: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SDI000003055580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11:16:34</a:t>
            </a:r>
            <a:endParaRPr lang="en-US" sz="1250" dirty="0"/>
          </a:p>
        </p:txBody>
      </p:sp>
      <p:sp>
        <p:nvSpPr>
          <p:cNvPr id="8" name="Text 6">
            <a:hlinkClick r:id="rId1" tooltip="https://bofasecopsdev.service-now.com/sn_sec_cmn_src_ci_list.do?sysparm_query=number=SDI0000030555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the member rule ran first and could not name one machine behind the virtual server</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OS has "f5", OS has "big-ip", label segment "vip1"</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service record; next clue</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 4: ip_address = "10.143.52.113"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service record: /Common/ait74300-review1-origin_mymerrill_cdn-6001-vip on 10.143.52.113 (svedpz1rp2lb10)</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/Common/ait74300-review1-origin_mymerrill_cdn-6001-vip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olmerrillweb-preview1-l7-vip1.gwimnp.rpg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SDI000003036490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olmerrillweb-preview1-l7-vip1.gwimnp.rpg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11:05:41</a:t>
            </a:r>
            <a:endParaRPr lang="en-US" sz="1250" dirty="0"/>
          </a:p>
        </p:txBody>
      </p:sp>
      <p:sp>
        <p:nvSpPr>
          <p:cNvPr id="8" name="Text 6">
            <a:hlinkClick r:id="rId1" tooltip="https://bofasecopsdev.service-now.com/sn_sec_cmn_src_ci_list.do?sysparm_query=number=SDI00000303649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the member rule ran first and could not name one machine behind the virtual server</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OS has "f5", OS has "big-ip", label segment "vip1"</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service record; next clue</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 4: ip_address = "10.143.52.108"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service record: /Common/ait74300-preview1-origin_mymerrill_cdn-6001-vip on 10.143.52.108 (svedpz1rp2lb10)</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/Common/ait74300-preview1-origin_mymerrill_cdn-6001-vip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pbui-va2-vip.gwim.rpg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SDI000003008717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pbui-va2-vip.gwim.rpg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10:48:18</a:t>
            </a:r>
            <a:endParaRPr lang="en-US" sz="1250" dirty="0"/>
          </a:p>
        </p:txBody>
      </p:sp>
      <p:sp>
        <p:nvSpPr>
          <p:cNvPr id="8" name="Text 6">
            <a:hlinkClick r:id="rId1" tooltip="https://bofasecopsdev.service-now.com/sn_sec_cmn_src_ci_list.do?sysparm_query=number=SDI0000030087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the member rule ran first and could not name one machine behind the virtual server</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OS has "f5", OS has "big-ip", label segment "vip"</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service record; next clue</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 4: ip_address = "158.171.199.147"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service record: /Common/ait32589-rvcpbt2-pbui-443-vip on 158.171.199.147 (svedbt1gwmlb01a)</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/Common/ait32589-rvcpbt2-pbui-443-vip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svedbt1gwmlb01a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Absent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Service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15,674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 It is the first address rule: every serial and name rule has already declined, and an address is the weakest identifier (addresses move between machines and are shared by load balancers), so the class restriction plus host-name agreement make it safe.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inside that class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 OS empty, more than two '/'-separated guesses, or no keyword matched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table classFor returned is not valid on the instance (gr.isValid()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address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10.131.81.11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SDI000002931100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04:57:28</a:t>
            </a:r>
            <a:endParaRPr lang="en-US" sz="1250" dirty="0"/>
          </a:p>
        </p:txBody>
      </p:sp>
      <p:sp>
        <p:nvSpPr>
          <p:cNvPr id="8" name="Text 6">
            <a:hlinkClick r:id="rId1" tooltip="https://bofasecopsdev.service-now.com/sn_sec_cmn_src_ci_list.do?sysparm_query=number=SDI00000293110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110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"10.131.81.11";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txsanwz01p04 [printer] ip 10.131.81.11 -&gt; exactly one, accepted;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txsanwz01p04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VNCCS7K0Y5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Ready</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Adapter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20,422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 It sits after the class-restricted rule to reach CIs kept in a parent class or hosts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balancer refusal.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row carries the same address (hasNext() true), whatever the classes involved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CI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1 OF 2</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10.16.37.6</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SDI000002958949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04:49:19</a:t>
            </a:r>
            <a:endParaRPr lang="en-US" sz="1250" dirty="0"/>
          </a:p>
        </p:txBody>
      </p:sp>
      <p:sp>
        <p:nvSpPr>
          <p:cNvPr id="8" name="Text 6">
            <a:hlinkClick r:id="rId1" tooltip="https://bofasecopsdev.service-now.com/sn_sec_cmn_src_ci_list.do?sysparm_query=number=SDI0000029589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89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 · OS "UNIX"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"10.16.37.6";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sgsgsinhf04idf0003 [ip_switch] ip 10.16.37.6 -&gt; exactly one, accepted; not a load balancer device; class agrees with the OS;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ip_switch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sgsgsinhf04idf0003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FOX2904PHRC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C88234705D80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Catalyst 9400 Series Switches 9407R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2 OF 2</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171.147.250.213</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SDI000002893787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04:45:49</a:t>
            </a:r>
            <a:endParaRPr lang="en-US" sz="1250" dirty="0"/>
          </a:p>
        </p:txBody>
      </p:sp>
      <p:sp>
        <p:nvSpPr>
          <p:cNvPr id="8" name="Text 6">
            <a:hlinkClick r:id="rId1" tooltip="https://bofasecopsdev.service-now.com/sn_sec_cmn_src_ci_list.do?sysparm_query=number=SDI0000028937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937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 · OS "not reported" gives no class: the class rule before this one could not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"171.147.250.213";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tidsxxmumdcp2 [ids_network] ip 171.147.250.213 -&gt; exactly one, accepted; not a load balancer device; class agrees with the OS;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ids_network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tidsxxmumdcp2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Intrusion Detection System</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US32A1Y00M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Trend Micro TippingPoint TPS-Series 8400TX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ds_network.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ds_network.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Layered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46,195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 It sits after the two rules that read the CI record because a multi-homed server keeps its addresses on adapter records rather than in its own ip_address field.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Adapter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owning CI has a class agrees() refuses, so count stays 0</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adapters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a-vsg1d000i0442-nfs.apac.sdi.corp.bankofamerica.com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SDI000003647776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a-vsg1d000i0442-nfs.apac.sdi.corp.bankofamerica.com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30.184.159.138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05:00:24</a:t>
            </a:r>
            <a:endParaRPr lang="en-US" sz="1250" dirty="0"/>
          </a:p>
        </p:txBody>
      </p:sp>
      <p:sp>
        <p:nvSpPr>
          <p:cNvPr id="8" name="Text 6">
            <a:hlinkClick r:id="rId1" tooltip="https://bofasecopsdev.service-now.com/sn_sec_cmn_src_ci_list.do?sysparm_query=number=SDI00000364777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4777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fqdn "a-vsg1d000i0442.apac.sdi.corp.bankofamerica.com" differs from the scanned name: FQDN rules could not find it · named "a-vsg1d000i0442", not "a-vsg1d000i0442-nfs": host name rules could not find it · the CI holds "30.188.125.72" on ip_address; the scanned address sits on an adapter record the address rules do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"30.184.159.138";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adapter vmk3 -&gt; a-vsg1d000i0442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"a-vsg1d000i0442-nfs"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a-vsg1d000i0442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a-vsg1d000i0442.apac.sdi.corp.bankofamerica.com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30.188.125.72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65M9NX2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30.140.53.8</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SDI000002236735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30.140.53.8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04:19:38</a:t>
            </a:r>
            <a:endParaRPr lang="en-US" sz="1250" dirty="0"/>
          </a:p>
        </p:txBody>
      </p:sp>
      <p:sp>
        <p:nvSpPr>
          <p:cNvPr id="8" name="Text 6">
            <a:hlinkClick r:id="rId1" tooltip="https://bofasecopsdev.service-now.com/sn_sec_cmn_src_ci_list.do?sysparm_query=number=SDI00000223673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23673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 · the CI holds "30.140.38.51" on ip_address; the scanned address sits on an adapter record the address rules do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"30.140.53.8";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adapter vmk1 -&gt; vltwab01xsdi030 [esx_server] ; adapter vmk1 -&gt; vltwab01xsdi030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2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vltwab01xsdi030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vltwab01xsdi030.sdi.corp.bankofamerica.com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30.140.38.51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10NFJV2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30.161.25.150</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SDI000003353115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30.161.25.150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04:58:58</a:t>
            </a:r>
            <a:endParaRPr lang="en-US" sz="1250" dirty="0"/>
          </a:p>
        </p:txBody>
      </p:sp>
      <p:sp>
        <p:nvSpPr>
          <p:cNvPr id="8" name="Text 6">
            <a:hlinkClick r:id="rId1" tooltip="https://bofasecopsdev.service-now.com/sn_sec_cmn_src_ci_list.do?sysparm_query=number=SDI0000033531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531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 · the CI holds "30.161.24.69" on ip_address; the scanned address sits on an adapter record the address rules do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"30.161.25.150";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adapter vmk1 -&gt; a-vrdnd006i0100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a-vrdnd006i0100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a-vrdnd006i0100.sdi.corp.bankofamerica.com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30.161.24.69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5H49RN3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Adapter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Broad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7,967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 It is the last address rule because newer discovery writes each address there and may leave the adapter's own ip_address empty, so the previous three rules find nothing.</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IP Address record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cmdb_ci_ip_address table is not valid on the instance (ipGr.isValid()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cmdb_ci_ip_address row with that ip_address reaches a CI (nic.cmdb_ci empty) outside the ignore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has a class agrees() refuses, so count stays 0</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address records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SDI000002965591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04:53:02</a:t>
            </a:r>
            <a:endParaRPr lang="en-US" sz="1250" dirty="0"/>
          </a:p>
        </p:txBody>
      </p:sp>
      <p:sp>
        <p:nvSpPr>
          <p:cNvPr id="8" name="Text 6">
            <a:hlinkClick r:id="rId1" tooltip="https://bofasecopsdev.service-now.com/sn_sec_cmn_src_ci_list.do?sysparm_query=number=SDI0000029655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55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DNS name reported, only the address: no serial, phone or name rule could run · the address sits on an IP Address record, not on the CI or an adapter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"10.16.37.11"; OS "UNIX" gives no class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IP Address record -&gt; adapter Netwtw10. -&gt; k30894a794e38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k30894a794e38</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192.168.1.176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5CG3112JMQ</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 ENT 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Layered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the platform's own rules (FQDN, NetBIOS, DNS)</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2,499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 It runs last so every more precise rule has had its chance.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root cmdb_ci table on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 row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 rows share that name (gr.hasNext() true), whatever their class, IP or status</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lrchac14xsdi015.sdi.corp.bankofamerica.com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SDI000003577967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lrchac14xsdi015.sdi.corp.bankofamerica.com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21:49:24</a:t>
            </a:r>
            <a:endParaRPr lang="en-US" sz="1250" dirty="0"/>
          </a:p>
        </p:txBody>
      </p:sp>
      <p:sp>
        <p:nvSpPr>
          <p:cNvPr id="8" name="Text 6">
            <a:hlinkClick r:id="rId1" tooltip="https://bofasecopsdev.service-now.com/sn_sec_cmn_src_ci_list.do?sysparm_query=number=SDI00000357796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9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Kubernetes Node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"lrchac14xsdi015.sdi.corp.bankofamerica.com"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lrchac14xsdi015.sdi.corp.bankofamerica.com [kubernetes_node] ip 30.38.244.24 -&gt;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lrchac14xsdi015.sdi.corp.bankofamerica.com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lrchac14xsdi003.sdi.corp.bankofamerica.com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SDI000003651522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lrchac14xsdi003.sdi.corp.bankofamerica.com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21:44:41</a:t>
            </a:r>
            <a:endParaRPr lang="en-US" sz="1250" dirty="0"/>
          </a:p>
        </p:txBody>
      </p:sp>
      <p:sp>
        <p:nvSpPr>
          <p:cNvPr id="8" name="Text 6">
            <a:hlinkClick r:id="rId1" tooltip="https://bofasecopsdev.service-now.com/sn_sec_cmn_src_ci_list.do?sysparm_query=number=SDI00000365152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52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Kubernetes Node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"lrchac14xsdi003.sdi.corp.bankofamerica.com"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lrchac14xsdi003.sdi.corp.bankofamerica.com [kubernetes_node] ip 30.38.244.12 -&gt;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lrchac14xsdi003.sdi.corp.bankofamerica.com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lrchac15xsdi004.sdi.corp.bankofamerica.com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SDI000003651450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lrchac15xsdi004.sdi.corp.bankofamerica.com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21:43:16</a:t>
            </a:r>
            <a:endParaRPr lang="en-US" sz="1250" dirty="0"/>
          </a:p>
        </p:txBody>
      </p:sp>
      <p:sp>
        <p:nvSpPr>
          <p:cNvPr id="8" name="Text 6">
            <a:hlinkClick r:id="rId1" tooltip="https://bofasecopsdev.service-now.com/sn_sec_cmn_src_ci_list.do?sysparm_query=number=SDI00000365145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45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this rule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serial reported: serial rules skipped · label is not sep + twelve hex characters: phone MAC rule skipped · Kubernetes Node sits outside the hardware tree the name rules search</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"lrchac15xsdi004.sdi.corp.bankofamerica.com"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lrchac15xsdi004.sdi.corp.bankofamerica.com [kubernetes_node] ip 30.38.242.13 -&gt;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lrchac15xsdi004.sdi.corp.bankofamerica.com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2026-09-21T05:35:53Z</dcterms:created>
  <dcterms:modified xsi:type="dcterms:W3CDTF">2026-09-21T05:35:53Z</dcterms:modified>
</cp:coreProperties>
</file>